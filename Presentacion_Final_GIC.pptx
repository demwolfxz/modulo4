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43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426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47163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9755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45396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03436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6219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02130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63026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42308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91589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29674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59469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5672407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98468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6422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50000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08383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29317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0963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9492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27238C-8EAF-4098-86E6-7723B7DA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992F97B1-1891-4FCC-9E5F-BA97EDB48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51010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78C6C821-FEE1-4EB6-9590-C021440C7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9700459" cy="6858001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522412" y="3695546"/>
            <a:ext cx="6974911" cy="480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2000" b="0" i="0" kern="12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Proyecto </a:t>
            </a:r>
            <a:r>
              <a:rPr lang="en-US" sz="2000" b="0" i="0" kern="1200" cap="all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Módulo</a:t>
            </a:r>
            <a:r>
              <a:rPr lang="en-US" sz="2000" b="0" i="0" kern="1200" cap="all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#4 — Python (POO)</a:t>
            </a:r>
          </a:p>
        </p:txBody>
      </p:sp>
      <p:sp>
        <p:nvSpPr>
          <p:cNvPr id="2" name="Text 0"/>
          <p:cNvSpPr/>
          <p:nvPr/>
        </p:nvSpPr>
        <p:spPr>
          <a:xfrm>
            <a:off x="375671" y="228599"/>
            <a:ext cx="8963840" cy="33295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Gestor Inteligente de </a:t>
            </a:r>
            <a:r>
              <a:rPr lang="en-US" sz="7200" b="0" i="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Clientes</a:t>
            </a:r>
            <a:r>
              <a:rPr lang="en-US" sz="7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</a:p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(GIC)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1A74B3-E247-44D4-8C48-FAE8E205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A0F93E1B-49E2-9203-DE19-6B77BE33180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40000"/>
          </a:blip>
          <a:srcRect l="-211" t="-801" r="71849" b="801"/>
          <a:stretch>
            <a:fillRect/>
          </a:stretch>
        </p:blipFill>
        <p:spPr>
          <a:xfrm>
            <a:off x="10018712" y="2076113"/>
            <a:ext cx="2106753" cy="2419688"/>
          </a:xfrm>
          <a:prstGeom prst="rect">
            <a:avLst/>
          </a:prstGeom>
          <a:noFill/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D647B5A-8A7B-3D79-2A6E-D30847E31B91}"/>
              </a:ext>
            </a:extLst>
          </p:cNvPr>
          <p:cNvSpPr txBox="1"/>
          <p:nvPr/>
        </p:nvSpPr>
        <p:spPr>
          <a:xfrm>
            <a:off x="761206" y="5257800"/>
            <a:ext cx="6450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Estudiante:</a:t>
            </a:r>
            <a:r>
              <a:rPr lang="es-CL" dirty="0"/>
              <a:t> Alejandro Villa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" name="Text 0"/>
          <p:cNvSpPr/>
          <p:nvPr/>
        </p:nvSpPr>
        <p:spPr>
          <a:xfrm>
            <a:off x="1103312" y="452718"/>
            <a:ext cx="8947522" cy="1400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ct val="0"/>
              </a:spcBef>
              <a:spcAft>
                <a:spcPts val="600"/>
              </a:spcAft>
            </a:pPr>
            <a:r>
              <a:rPr lang="en-US" sz="4200" b="0" i="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Objetivo del sistema</a:t>
            </a:r>
          </a:p>
        </p:txBody>
      </p:sp>
      <p:sp>
        <p:nvSpPr>
          <p:cNvPr id="3" name="Text 1"/>
          <p:cNvSpPr/>
          <p:nvPr/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latin typeface="+mj-lt"/>
                <a:ea typeface="+mj-ea"/>
                <a:cs typeface="+mj-cs"/>
              </a:rPr>
              <a:t>• </a:t>
            </a:r>
            <a:r>
              <a:rPr lang="en-US" dirty="0" err="1">
                <a:latin typeface="+mj-lt"/>
                <a:ea typeface="+mj-ea"/>
                <a:cs typeface="+mj-cs"/>
              </a:rPr>
              <a:t>Gestionar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clientes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por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consola</a:t>
            </a:r>
            <a:r>
              <a:rPr lang="en-US" dirty="0">
                <a:latin typeface="+mj-lt"/>
                <a:ea typeface="+mj-ea"/>
                <a:cs typeface="+mj-cs"/>
              </a:rPr>
              <a:t> (CRUD: </a:t>
            </a:r>
            <a:r>
              <a:rPr lang="en-US" dirty="0" err="1">
                <a:latin typeface="+mj-lt"/>
                <a:ea typeface="+mj-ea"/>
                <a:cs typeface="+mj-cs"/>
              </a:rPr>
              <a:t>crear</a:t>
            </a:r>
            <a:r>
              <a:rPr lang="en-US" dirty="0">
                <a:latin typeface="+mj-lt"/>
                <a:ea typeface="+mj-ea"/>
                <a:cs typeface="+mj-cs"/>
              </a:rPr>
              <a:t>, </a:t>
            </a:r>
            <a:r>
              <a:rPr lang="en-US" dirty="0" err="1">
                <a:latin typeface="+mj-lt"/>
                <a:ea typeface="+mj-ea"/>
                <a:cs typeface="+mj-cs"/>
              </a:rPr>
              <a:t>listar</a:t>
            </a:r>
            <a:r>
              <a:rPr lang="en-US" dirty="0">
                <a:latin typeface="+mj-lt"/>
                <a:ea typeface="+mj-ea"/>
                <a:cs typeface="+mj-cs"/>
              </a:rPr>
              <a:t>, </a:t>
            </a:r>
            <a:r>
              <a:rPr lang="en-US" dirty="0" err="1">
                <a:latin typeface="+mj-lt"/>
                <a:ea typeface="+mj-ea"/>
                <a:cs typeface="+mj-cs"/>
              </a:rPr>
              <a:t>buscar</a:t>
            </a:r>
            <a:r>
              <a:rPr lang="en-US" dirty="0">
                <a:latin typeface="+mj-lt"/>
                <a:ea typeface="+mj-ea"/>
                <a:cs typeface="+mj-cs"/>
              </a:rPr>
              <a:t>, </a:t>
            </a:r>
            <a:r>
              <a:rPr lang="en-US" dirty="0" err="1">
                <a:latin typeface="+mj-lt"/>
                <a:ea typeface="+mj-ea"/>
                <a:cs typeface="+mj-cs"/>
              </a:rPr>
              <a:t>actualizar</a:t>
            </a:r>
            <a:r>
              <a:rPr lang="en-US" dirty="0">
                <a:latin typeface="+mj-lt"/>
                <a:ea typeface="+mj-ea"/>
                <a:cs typeface="+mj-cs"/>
              </a:rPr>
              <a:t>, </a:t>
            </a:r>
            <a:r>
              <a:rPr lang="en-US" dirty="0" err="1">
                <a:latin typeface="+mj-lt"/>
                <a:ea typeface="+mj-ea"/>
                <a:cs typeface="+mj-cs"/>
              </a:rPr>
              <a:t>eliminar</a:t>
            </a:r>
            <a:r>
              <a:rPr lang="en-US" dirty="0">
                <a:latin typeface="+mj-lt"/>
                <a:ea typeface="+mj-ea"/>
                <a:cs typeface="+mj-cs"/>
              </a:rPr>
              <a:t>).</a:t>
            </a:r>
          </a:p>
          <a:p>
            <a:pPr marL="0" indent="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latin typeface="+mj-lt"/>
                <a:ea typeface="+mj-ea"/>
                <a:cs typeface="+mj-cs"/>
              </a:rPr>
              <a:t>• </a:t>
            </a:r>
            <a:r>
              <a:rPr lang="en-US" dirty="0" err="1">
                <a:latin typeface="+mj-lt"/>
                <a:ea typeface="+mj-ea"/>
                <a:cs typeface="+mj-cs"/>
              </a:rPr>
              <a:t>Diferenciar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tipos</a:t>
            </a:r>
            <a:r>
              <a:rPr lang="en-US" dirty="0">
                <a:latin typeface="+mj-lt"/>
                <a:ea typeface="+mj-ea"/>
                <a:cs typeface="+mj-cs"/>
              </a:rPr>
              <a:t> de </a:t>
            </a:r>
            <a:r>
              <a:rPr lang="en-US" dirty="0" err="1">
                <a:latin typeface="+mj-lt"/>
                <a:ea typeface="+mj-ea"/>
                <a:cs typeface="+mj-cs"/>
              </a:rPr>
              <a:t>cliente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mediante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herencia</a:t>
            </a:r>
            <a:r>
              <a:rPr lang="en-US" dirty="0">
                <a:latin typeface="+mj-lt"/>
                <a:ea typeface="+mj-ea"/>
                <a:cs typeface="+mj-cs"/>
              </a:rPr>
              <a:t> y </a:t>
            </a:r>
            <a:r>
              <a:rPr lang="en-US" dirty="0" err="1">
                <a:latin typeface="+mj-lt"/>
                <a:ea typeface="+mj-ea"/>
                <a:cs typeface="+mj-cs"/>
              </a:rPr>
              <a:t>polimorfismo</a:t>
            </a:r>
            <a:r>
              <a:rPr lang="en-US" dirty="0">
                <a:latin typeface="+mj-lt"/>
                <a:ea typeface="+mj-ea"/>
                <a:cs typeface="+mj-cs"/>
              </a:rPr>
              <a:t>.</a:t>
            </a:r>
          </a:p>
          <a:p>
            <a:pPr marL="0" indent="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latin typeface="+mj-lt"/>
                <a:ea typeface="+mj-ea"/>
                <a:cs typeface="+mj-cs"/>
              </a:rPr>
              <a:t>• </a:t>
            </a:r>
            <a:r>
              <a:rPr lang="en-US" dirty="0" err="1">
                <a:latin typeface="+mj-lt"/>
                <a:ea typeface="+mj-ea"/>
                <a:cs typeface="+mj-cs"/>
              </a:rPr>
              <a:t>Aplicar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validaciones</a:t>
            </a:r>
            <a:r>
              <a:rPr lang="en-US" dirty="0">
                <a:latin typeface="+mj-lt"/>
                <a:ea typeface="+mj-ea"/>
                <a:cs typeface="+mj-cs"/>
              </a:rPr>
              <a:t> (email, </a:t>
            </a:r>
            <a:r>
              <a:rPr lang="en-US" dirty="0" err="1">
                <a:latin typeface="+mj-lt"/>
                <a:ea typeface="+mj-ea"/>
                <a:cs typeface="+mj-cs"/>
              </a:rPr>
              <a:t>teléfono</a:t>
            </a:r>
            <a:r>
              <a:rPr lang="en-US" dirty="0">
                <a:latin typeface="+mj-lt"/>
                <a:ea typeface="+mj-ea"/>
                <a:cs typeface="+mj-cs"/>
              </a:rPr>
              <a:t>, </a:t>
            </a:r>
            <a:r>
              <a:rPr lang="en-US" dirty="0" err="1">
                <a:latin typeface="+mj-lt"/>
                <a:ea typeface="+mj-ea"/>
                <a:cs typeface="+mj-cs"/>
              </a:rPr>
              <a:t>dirección</a:t>
            </a:r>
            <a:r>
              <a:rPr lang="en-US" dirty="0">
                <a:latin typeface="+mj-lt"/>
                <a:ea typeface="+mj-ea"/>
                <a:cs typeface="+mj-cs"/>
              </a:rPr>
              <a:t>) con </a:t>
            </a:r>
            <a:r>
              <a:rPr lang="en-US" dirty="0" err="1">
                <a:latin typeface="+mj-lt"/>
                <a:ea typeface="+mj-ea"/>
                <a:cs typeface="+mj-cs"/>
              </a:rPr>
              <a:t>excepciones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personalizadas</a:t>
            </a:r>
            <a:r>
              <a:rPr lang="en-US" dirty="0">
                <a:latin typeface="+mj-lt"/>
                <a:ea typeface="+mj-ea"/>
                <a:cs typeface="+mj-cs"/>
              </a:rPr>
              <a:t>.</a:t>
            </a:r>
          </a:p>
          <a:p>
            <a:pPr marL="0" indent="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latin typeface="+mj-lt"/>
                <a:ea typeface="+mj-ea"/>
                <a:cs typeface="+mj-cs"/>
              </a:rPr>
              <a:t>• </a:t>
            </a:r>
            <a:r>
              <a:rPr lang="en-US" dirty="0" err="1">
                <a:latin typeface="+mj-lt"/>
                <a:ea typeface="+mj-ea"/>
                <a:cs typeface="+mj-cs"/>
              </a:rPr>
              <a:t>Manejar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archivos</a:t>
            </a:r>
            <a:r>
              <a:rPr lang="en-US" dirty="0">
                <a:latin typeface="+mj-lt"/>
                <a:ea typeface="+mj-ea"/>
                <a:cs typeface="+mj-cs"/>
              </a:rPr>
              <a:t>: </a:t>
            </a:r>
            <a:r>
              <a:rPr lang="en-US" dirty="0" err="1">
                <a:latin typeface="+mj-lt"/>
                <a:ea typeface="+mj-ea"/>
                <a:cs typeface="+mj-cs"/>
              </a:rPr>
              <a:t>exportar</a:t>
            </a:r>
            <a:r>
              <a:rPr lang="en-US" dirty="0">
                <a:latin typeface="+mj-lt"/>
                <a:ea typeface="+mj-ea"/>
                <a:cs typeface="+mj-cs"/>
              </a:rPr>
              <a:t>/</a:t>
            </a:r>
            <a:r>
              <a:rPr lang="en-US" dirty="0" err="1">
                <a:latin typeface="+mj-lt"/>
                <a:ea typeface="+mj-ea"/>
                <a:cs typeface="+mj-cs"/>
              </a:rPr>
              <a:t>importar</a:t>
            </a:r>
            <a:r>
              <a:rPr lang="en-US" dirty="0">
                <a:latin typeface="+mj-lt"/>
                <a:ea typeface="+mj-ea"/>
                <a:cs typeface="+mj-cs"/>
              </a:rPr>
              <a:t> CSV, </a:t>
            </a:r>
            <a:r>
              <a:rPr lang="en-US" dirty="0" err="1">
                <a:latin typeface="+mj-lt"/>
                <a:ea typeface="+mj-ea"/>
                <a:cs typeface="+mj-cs"/>
              </a:rPr>
              <a:t>generar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reporte</a:t>
            </a:r>
            <a:r>
              <a:rPr lang="en-US" dirty="0">
                <a:latin typeface="+mj-lt"/>
                <a:ea typeface="+mj-ea"/>
                <a:cs typeface="+mj-cs"/>
              </a:rPr>
              <a:t> TXT y registrar logs.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" name="Text 0"/>
          <p:cNvSpPr/>
          <p:nvPr/>
        </p:nvSpPr>
        <p:spPr>
          <a:xfrm>
            <a:off x="1103312" y="452718"/>
            <a:ext cx="8947522" cy="1400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ct val="0"/>
              </a:spcBef>
              <a:spcAft>
                <a:spcPts val="600"/>
              </a:spcAft>
            </a:pPr>
            <a:r>
              <a:rPr lang="en-US" sz="4200" b="0" i="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POO aplicada</a:t>
            </a:r>
          </a:p>
        </p:txBody>
      </p:sp>
      <p:sp>
        <p:nvSpPr>
          <p:cNvPr id="3" name="Text 1"/>
          <p:cNvSpPr/>
          <p:nvPr/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>
                <a:latin typeface="+mj-lt"/>
                <a:ea typeface="+mj-ea"/>
                <a:cs typeface="+mj-cs"/>
              </a:rPr>
              <a:t>• Encapsulación: atributos privados + getters/setters (validan y protegen datos).</a:t>
            </a:r>
          </a:p>
          <a:p>
            <a:pPr marL="0" indent="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>
                <a:latin typeface="+mj-lt"/>
                <a:ea typeface="+mj-ea"/>
                <a:cs typeface="+mj-cs"/>
              </a:rPr>
              <a:t>• Herencia: ClienteRegular, ClientePremium y ClienteCorporativo heredan de Cliente.</a:t>
            </a:r>
          </a:p>
          <a:p>
            <a:pPr marL="0" indent="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>
                <a:latin typeface="+mj-lt"/>
                <a:ea typeface="+mj-ea"/>
                <a:cs typeface="+mj-cs"/>
              </a:rPr>
              <a:t>• Polimorfismo: mostrar_info() se redefine según el tipo de cliente.</a:t>
            </a:r>
          </a:p>
          <a:p>
            <a:pPr marL="0" indent="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>
                <a:latin typeface="+mj-lt"/>
                <a:ea typeface="+mj-ea"/>
                <a:cs typeface="+mj-cs"/>
              </a:rPr>
              <a:t>• Colección heterogénea: GestorClientes almacena distintos tipos de clientes en una lista.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30">
            <a:extLst>
              <a:ext uri="{FF2B5EF4-FFF2-40B4-BE49-F238E27FC236}">
                <a16:creationId xmlns:a16="http://schemas.microsoft.com/office/drawing/2014/main" id="{0F7302AF-86B9-441B-8D24-AC382E2A4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50" name="Picture 32">
            <a:extLst>
              <a:ext uri="{FF2B5EF4-FFF2-40B4-BE49-F238E27FC236}">
                <a16:creationId xmlns:a16="http://schemas.microsoft.com/office/drawing/2014/main" id="{99A2A6C2-D371-4C6B-B50F-CC71C6D01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51" name="Oval 34">
            <a:extLst>
              <a:ext uri="{FF2B5EF4-FFF2-40B4-BE49-F238E27FC236}">
                <a16:creationId xmlns:a16="http://schemas.microsoft.com/office/drawing/2014/main" id="{5F07A6A6-E44B-411E-AA18-65E481136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52" name="Picture 36">
            <a:extLst>
              <a:ext uri="{FF2B5EF4-FFF2-40B4-BE49-F238E27FC236}">
                <a16:creationId xmlns:a16="http://schemas.microsoft.com/office/drawing/2014/main" id="{8CC3468F-5EED-42B0-8507-F30360E1D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53" name="Picture 38">
            <a:extLst>
              <a:ext uri="{FF2B5EF4-FFF2-40B4-BE49-F238E27FC236}">
                <a16:creationId xmlns:a16="http://schemas.microsoft.com/office/drawing/2014/main" id="{591711EE-029D-453C-9AE9-E87829F1D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54" name="Rectangle 40">
            <a:extLst>
              <a:ext uri="{FF2B5EF4-FFF2-40B4-BE49-F238E27FC236}">
                <a16:creationId xmlns:a16="http://schemas.microsoft.com/office/drawing/2014/main" id="{5D5A8E14-301B-40C0-A174-D2232EF95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55" name="Freeform: Shape 42">
            <a:extLst>
              <a:ext uri="{FF2B5EF4-FFF2-40B4-BE49-F238E27FC236}">
                <a16:creationId xmlns:a16="http://schemas.microsoft.com/office/drawing/2014/main" id="{F0A84B79-42A7-4AD9-A72A-3A3580147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6" name="Freeform 7">
            <a:extLst>
              <a:ext uri="{FF2B5EF4-FFF2-40B4-BE49-F238E27FC236}">
                <a16:creationId xmlns:a16="http://schemas.microsoft.com/office/drawing/2014/main" id="{05D1028C-0ECA-4950-9153-E1DB1EF54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646111" y="452718"/>
            <a:ext cx="9404723" cy="11807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ct val="0"/>
              </a:spcBef>
              <a:spcAft>
                <a:spcPts val="600"/>
              </a:spcAft>
            </a:pPr>
            <a:r>
              <a:rPr lang="en-US" sz="4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Validaciones</a:t>
            </a:r>
            <a:r>
              <a:rPr lang="en-US" sz="4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4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excepciones</a:t>
            </a:r>
            <a:endParaRPr lang="en-US" sz="4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3855" y="2548281"/>
            <a:ext cx="5114093" cy="3654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• Validaciones: email con regex, teléfono numérico con largo válido, dirección no vacía.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• Excepciones personalizadas: EmailInvalidoError, TelefonoInvalidoError, DireccionInvalidaError.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• Gestión de duplicados: ClienteExistenteError (por email).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• Búsquedas seguras: ClienteNoEncontradoError (por ID o email).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• Try/except en main.py para evitar que el sistema se caiga.</a:t>
            </a:r>
          </a:p>
        </p:txBody>
      </p:sp>
      <p:pic>
        <p:nvPicPr>
          <p:cNvPr id="11" name="Imagen 10" descr="Texto&#10;&#10;El contenido generado por IA puede ser incorrecto.">
            <a:extLst>
              <a:ext uri="{FF2B5EF4-FFF2-40B4-BE49-F238E27FC236}">
                <a16:creationId xmlns:a16="http://schemas.microsoft.com/office/drawing/2014/main" id="{3C1EFD53-9EC0-90F5-0048-B59815033E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9345" y="2548281"/>
            <a:ext cx="2292986" cy="1751522"/>
          </a:xfrm>
          <a:prstGeom prst="rect">
            <a:avLst/>
          </a:prstGeom>
          <a:effectLst/>
        </p:spPr>
      </p:pic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AB4EAEF3-7DDA-D903-8241-02B149917B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889" y="4458777"/>
            <a:ext cx="2319897" cy="1751522"/>
          </a:xfrm>
          <a:prstGeom prst="rect">
            <a:avLst/>
          </a:prstGeom>
          <a:effectLst/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705A65D4-2AEB-FFF1-F166-AB57694C7A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5701" y="3242748"/>
            <a:ext cx="2627842" cy="2273083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C004C91-9324-4E94-BC28-856AE162D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45" name="Freeform 7">
            <a:extLst>
              <a:ext uri="{FF2B5EF4-FFF2-40B4-BE49-F238E27FC236}">
                <a16:creationId xmlns:a16="http://schemas.microsoft.com/office/drawing/2014/main" id="{5B562CD4-39C5-44ED-BD68-B789B305E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646111" y="452718"/>
            <a:ext cx="9404723" cy="11807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ct val="0"/>
              </a:spcBef>
              <a:spcAft>
                <a:spcPts val="600"/>
              </a:spcAft>
            </a:pPr>
            <a:r>
              <a:rPr lang="en-US" sz="4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Manejo de archivos y registros</a:t>
            </a:r>
          </a:p>
        </p:txBody>
      </p:sp>
      <p:sp>
        <p:nvSpPr>
          <p:cNvPr id="3" name="Text 1"/>
          <p:cNvSpPr/>
          <p:nvPr/>
        </p:nvSpPr>
        <p:spPr>
          <a:xfrm>
            <a:off x="643856" y="2548281"/>
            <a:ext cx="7152860" cy="3654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• Exportación: datos/clientes.csv con cabecera y datos de clientes.</a:t>
            </a:r>
          </a:p>
          <a:p>
            <a:pPr marL="0" indent="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• Importación: datos/clientes_entrada.csv (archivo de prueba).</a:t>
            </a:r>
          </a:p>
          <a:p>
            <a:pPr marL="0" indent="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• Reporte: reportes/resumen.txt (total y cantidad por tipo).</a:t>
            </a:r>
          </a:p>
          <a:p>
            <a:pPr marL="0" indent="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• Log: logs/app.log registra altas, bajas, export/import y errores.</a:t>
            </a:r>
          </a:p>
          <a:p>
            <a:pPr marL="0" indent="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• Buenas prácticas: with open(...), manejo de FileNotFoundError y PermissionError.</a:t>
            </a:r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20DCF22A-A6FA-F2ED-A06A-D9DAB89829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5899" y="2548281"/>
            <a:ext cx="2521616" cy="1733038"/>
          </a:xfrm>
          <a:prstGeom prst="rect">
            <a:avLst/>
          </a:prstGeom>
          <a:effectLst/>
        </p:spPr>
      </p:pic>
      <p:pic>
        <p:nvPicPr>
          <p:cNvPr id="5" name="Imagen 4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C97B7200-60B2-3FD4-5CB2-FD0440D22D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3056" y="4538771"/>
            <a:ext cx="3948863" cy="1944814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49">
            <a:extLst>
              <a:ext uri="{FF2B5EF4-FFF2-40B4-BE49-F238E27FC236}">
                <a16:creationId xmlns:a16="http://schemas.microsoft.com/office/drawing/2014/main" id="{0F7302AF-86B9-441B-8D24-AC382E2A4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67" name="Picture 51">
            <a:extLst>
              <a:ext uri="{FF2B5EF4-FFF2-40B4-BE49-F238E27FC236}">
                <a16:creationId xmlns:a16="http://schemas.microsoft.com/office/drawing/2014/main" id="{99A2A6C2-D371-4C6B-B50F-CC71C6D01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68" name="Oval 53">
            <a:extLst>
              <a:ext uri="{FF2B5EF4-FFF2-40B4-BE49-F238E27FC236}">
                <a16:creationId xmlns:a16="http://schemas.microsoft.com/office/drawing/2014/main" id="{5F07A6A6-E44B-411E-AA18-65E481136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69" name="Picture 55">
            <a:extLst>
              <a:ext uri="{FF2B5EF4-FFF2-40B4-BE49-F238E27FC236}">
                <a16:creationId xmlns:a16="http://schemas.microsoft.com/office/drawing/2014/main" id="{8CC3468F-5EED-42B0-8507-F30360E1D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70" name="Picture 57">
            <a:extLst>
              <a:ext uri="{FF2B5EF4-FFF2-40B4-BE49-F238E27FC236}">
                <a16:creationId xmlns:a16="http://schemas.microsoft.com/office/drawing/2014/main" id="{591711EE-029D-453C-9AE9-E87829F1D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71" name="Rectangle 59">
            <a:extLst>
              <a:ext uri="{FF2B5EF4-FFF2-40B4-BE49-F238E27FC236}">
                <a16:creationId xmlns:a16="http://schemas.microsoft.com/office/drawing/2014/main" id="{5D5A8E14-301B-40C0-A174-D2232EF95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ext 0"/>
          <p:cNvSpPr/>
          <p:nvPr/>
        </p:nvSpPr>
        <p:spPr>
          <a:xfrm>
            <a:off x="646112" y="4406142"/>
            <a:ext cx="9164206" cy="831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ct val="0"/>
              </a:spcBef>
              <a:spcAft>
                <a:spcPts val="600"/>
              </a:spcAft>
            </a:pPr>
            <a:r>
              <a:rPr lang="en-US" sz="4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Evidencia</a:t>
            </a:r>
            <a:r>
              <a:rPr lang="en-US" sz="4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4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validación</a:t>
            </a:r>
            <a:r>
              <a:rPr lang="en-US" sz="4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manual</a:t>
            </a:r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FD78CDB5-1ED1-E9C5-1415-D14C651540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1616" y="1240741"/>
            <a:ext cx="4956658" cy="208179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pic>
        <p:nvPicPr>
          <p:cNvPr id="15" name="Imagen 14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AA64380E-CEAC-F5C7-2FB8-F01F2B6B12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9409" y="156962"/>
            <a:ext cx="5993406" cy="134851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A205DE2-E69B-A951-A33B-2835A7B4826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0082" y="3363173"/>
            <a:ext cx="9112146" cy="100233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3" name="Text 1"/>
          <p:cNvSpPr/>
          <p:nvPr/>
        </p:nvSpPr>
        <p:spPr>
          <a:xfrm>
            <a:off x="594052" y="5257800"/>
            <a:ext cx="9164206" cy="13169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latin typeface="+mj-lt"/>
                <a:ea typeface="+mj-ea"/>
                <a:cs typeface="+mj-cs"/>
              </a:rPr>
              <a:t>• </a:t>
            </a:r>
            <a:r>
              <a:rPr lang="en-US" sz="1000" dirty="0" err="1">
                <a:latin typeface="+mj-lt"/>
                <a:ea typeface="+mj-ea"/>
                <a:cs typeface="+mj-cs"/>
              </a:rPr>
              <a:t>Ejecutar</a:t>
            </a:r>
            <a:r>
              <a:rPr lang="en-US" sz="1000" dirty="0">
                <a:latin typeface="+mj-lt"/>
                <a:ea typeface="+mj-ea"/>
                <a:cs typeface="+mj-cs"/>
              </a:rPr>
              <a:t> </a:t>
            </a:r>
            <a:r>
              <a:rPr lang="en-US" sz="1000" dirty="0" err="1">
                <a:latin typeface="+mj-lt"/>
                <a:ea typeface="+mj-ea"/>
                <a:cs typeface="+mj-cs"/>
              </a:rPr>
              <a:t>el</a:t>
            </a:r>
            <a:r>
              <a:rPr lang="en-US" sz="1000" dirty="0">
                <a:latin typeface="+mj-lt"/>
                <a:ea typeface="+mj-ea"/>
                <a:cs typeface="+mj-cs"/>
              </a:rPr>
              <a:t> </a:t>
            </a:r>
            <a:r>
              <a:rPr lang="en-US" sz="1000" dirty="0" err="1">
                <a:latin typeface="+mj-lt"/>
                <a:ea typeface="+mj-ea"/>
                <a:cs typeface="+mj-cs"/>
              </a:rPr>
              <a:t>menú</a:t>
            </a:r>
            <a:r>
              <a:rPr lang="en-US" sz="1000" dirty="0">
                <a:latin typeface="+mj-lt"/>
                <a:ea typeface="+mj-ea"/>
                <a:cs typeface="+mj-cs"/>
              </a:rPr>
              <a:t>: </a:t>
            </a:r>
            <a:r>
              <a:rPr lang="en-US" sz="1000" dirty="0" err="1">
                <a:latin typeface="+mj-lt"/>
                <a:ea typeface="+mj-ea"/>
                <a:cs typeface="+mj-cs"/>
              </a:rPr>
              <a:t>agregar</a:t>
            </a:r>
            <a:r>
              <a:rPr lang="en-US" sz="1000" dirty="0">
                <a:latin typeface="+mj-lt"/>
                <a:ea typeface="+mj-ea"/>
                <a:cs typeface="+mj-cs"/>
              </a:rPr>
              <a:t>/</a:t>
            </a:r>
            <a:r>
              <a:rPr lang="en-US" sz="1000" dirty="0" err="1">
                <a:latin typeface="+mj-lt"/>
                <a:ea typeface="+mj-ea"/>
                <a:cs typeface="+mj-cs"/>
              </a:rPr>
              <a:t>listar</a:t>
            </a:r>
            <a:r>
              <a:rPr lang="en-US" sz="1000" dirty="0">
                <a:latin typeface="+mj-lt"/>
                <a:ea typeface="+mj-ea"/>
                <a:cs typeface="+mj-cs"/>
              </a:rPr>
              <a:t>/</a:t>
            </a:r>
            <a:r>
              <a:rPr lang="en-US" sz="1000" dirty="0" err="1">
                <a:latin typeface="+mj-lt"/>
                <a:ea typeface="+mj-ea"/>
                <a:cs typeface="+mj-cs"/>
              </a:rPr>
              <a:t>buscar</a:t>
            </a:r>
            <a:r>
              <a:rPr lang="en-US" sz="1000" dirty="0">
                <a:latin typeface="+mj-lt"/>
                <a:ea typeface="+mj-ea"/>
                <a:cs typeface="+mj-cs"/>
              </a:rPr>
              <a:t>/</a:t>
            </a:r>
            <a:r>
              <a:rPr lang="en-US" sz="1000" dirty="0" err="1">
                <a:latin typeface="+mj-lt"/>
                <a:ea typeface="+mj-ea"/>
                <a:cs typeface="+mj-cs"/>
              </a:rPr>
              <a:t>actualizar</a:t>
            </a:r>
            <a:r>
              <a:rPr lang="en-US" sz="1000" dirty="0">
                <a:latin typeface="+mj-lt"/>
                <a:ea typeface="+mj-ea"/>
                <a:cs typeface="+mj-cs"/>
              </a:rPr>
              <a:t>/</a:t>
            </a:r>
            <a:r>
              <a:rPr lang="en-US" sz="1000" dirty="0" err="1">
                <a:latin typeface="+mj-lt"/>
                <a:ea typeface="+mj-ea"/>
                <a:cs typeface="+mj-cs"/>
              </a:rPr>
              <a:t>eliminar</a:t>
            </a:r>
            <a:r>
              <a:rPr lang="en-US" sz="1000" dirty="0">
                <a:latin typeface="+mj-lt"/>
                <a:ea typeface="+mj-ea"/>
                <a:cs typeface="+mj-cs"/>
              </a:rPr>
              <a:t>.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latin typeface="+mj-lt"/>
                <a:ea typeface="+mj-ea"/>
                <a:cs typeface="+mj-cs"/>
              </a:rPr>
              <a:t>• </a:t>
            </a:r>
            <a:r>
              <a:rPr lang="en-US" sz="1000" dirty="0" err="1">
                <a:latin typeface="+mj-lt"/>
                <a:ea typeface="+mj-ea"/>
                <a:cs typeface="+mj-cs"/>
              </a:rPr>
              <a:t>Probar</a:t>
            </a:r>
            <a:r>
              <a:rPr lang="en-US" sz="1000" dirty="0">
                <a:latin typeface="+mj-lt"/>
                <a:ea typeface="+mj-ea"/>
                <a:cs typeface="+mj-cs"/>
              </a:rPr>
              <a:t> </a:t>
            </a:r>
            <a:r>
              <a:rPr lang="en-US" sz="1000" dirty="0" err="1">
                <a:latin typeface="+mj-lt"/>
                <a:ea typeface="+mj-ea"/>
                <a:cs typeface="+mj-cs"/>
              </a:rPr>
              <a:t>validaciones</a:t>
            </a:r>
            <a:r>
              <a:rPr lang="en-US" sz="1000" dirty="0">
                <a:latin typeface="+mj-lt"/>
                <a:ea typeface="+mj-ea"/>
                <a:cs typeface="+mj-cs"/>
              </a:rPr>
              <a:t>: email </a:t>
            </a:r>
            <a:r>
              <a:rPr lang="en-US" sz="1000" dirty="0" err="1">
                <a:latin typeface="+mj-lt"/>
                <a:ea typeface="+mj-ea"/>
                <a:cs typeface="+mj-cs"/>
              </a:rPr>
              <a:t>inválido</a:t>
            </a:r>
            <a:r>
              <a:rPr lang="en-US" sz="1000" dirty="0">
                <a:latin typeface="+mj-lt"/>
                <a:ea typeface="+mj-ea"/>
                <a:cs typeface="+mj-cs"/>
              </a:rPr>
              <a:t>, </a:t>
            </a:r>
            <a:r>
              <a:rPr lang="en-US" sz="1000" dirty="0" err="1">
                <a:latin typeface="+mj-lt"/>
                <a:ea typeface="+mj-ea"/>
                <a:cs typeface="+mj-cs"/>
              </a:rPr>
              <a:t>teléfono</a:t>
            </a:r>
            <a:r>
              <a:rPr lang="en-US" sz="1000" dirty="0">
                <a:latin typeface="+mj-lt"/>
                <a:ea typeface="+mj-ea"/>
                <a:cs typeface="+mj-cs"/>
              </a:rPr>
              <a:t> con </a:t>
            </a:r>
            <a:r>
              <a:rPr lang="en-US" sz="1000" dirty="0" err="1">
                <a:latin typeface="+mj-lt"/>
                <a:ea typeface="+mj-ea"/>
                <a:cs typeface="+mj-cs"/>
              </a:rPr>
              <a:t>letras</a:t>
            </a:r>
            <a:r>
              <a:rPr lang="en-US" sz="1000" dirty="0">
                <a:latin typeface="+mj-lt"/>
                <a:ea typeface="+mj-ea"/>
                <a:cs typeface="+mj-cs"/>
              </a:rPr>
              <a:t>, </a:t>
            </a:r>
            <a:r>
              <a:rPr lang="en-US" sz="1000" dirty="0" err="1">
                <a:latin typeface="+mj-lt"/>
                <a:ea typeface="+mj-ea"/>
                <a:cs typeface="+mj-cs"/>
              </a:rPr>
              <a:t>dirección</a:t>
            </a:r>
            <a:r>
              <a:rPr lang="en-US" sz="1000" dirty="0">
                <a:latin typeface="+mj-lt"/>
                <a:ea typeface="+mj-ea"/>
                <a:cs typeface="+mj-cs"/>
              </a:rPr>
              <a:t> </a:t>
            </a:r>
            <a:r>
              <a:rPr lang="en-US" sz="1000" dirty="0" err="1">
                <a:latin typeface="+mj-lt"/>
                <a:ea typeface="+mj-ea"/>
                <a:cs typeface="+mj-cs"/>
              </a:rPr>
              <a:t>vacía</a:t>
            </a:r>
            <a:r>
              <a:rPr lang="en-US" sz="1000" dirty="0">
                <a:latin typeface="+mj-lt"/>
                <a:ea typeface="+mj-ea"/>
                <a:cs typeface="+mj-cs"/>
              </a:rPr>
              <a:t>.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latin typeface="+mj-lt"/>
                <a:ea typeface="+mj-ea"/>
                <a:cs typeface="+mj-cs"/>
              </a:rPr>
              <a:t>• </a:t>
            </a:r>
            <a:r>
              <a:rPr lang="en-US" sz="1000" dirty="0" err="1">
                <a:latin typeface="+mj-lt"/>
                <a:ea typeface="+mj-ea"/>
                <a:cs typeface="+mj-cs"/>
              </a:rPr>
              <a:t>Probar</a:t>
            </a:r>
            <a:r>
              <a:rPr lang="en-US" sz="1000" dirty="0">
                <a:latin typeface="+mj-lt"/>
                <a:ea typeface="+mj-ea"/>
                <a:cs typeface="+mj-cs"/>
              </a:rPr>
              <a:t> </a:t>
            </a:r>
            <a:r>
              <a:rPr lang="en-US" sz="1000" dirty="0" err="1">
                <a:latin typeface="+mj-lt"/>
                <a:ea typeface="+mj-ea"/>
                <a:cs typeface="+mj-cs"/>
              </a:rPr>
              <a:t>duplicado</a:t>
            </a:r>
            <a:r>
              <a:rPr lang="en-US" sz="1000" dirty="0">
                <a:latin typeface="+mj-lt"/>
                <a:ea typeface="+mj-ea"/>
                <a:cs typeface="+mj-cs"/>
              </a:rPr>
              <a:t>: registrar email </a:t>
            </a:r>
            <a:r>
              <a:rPr lang="en-US" sz="1000" dirty="0" err="1">
                <a:latin typeface="+mj-lt"/>
                <a:ea typeface="+mj-ea"/>
                <a:cs typeface="+mj-cs"/>
              </a:rPr>
              <a:t>ya</a:t>
            </a:r>
            <a:r>
              <a:rPr lang="en-US" sz="1000" dirty="0">
                <a:latin typeface="+mj-lt"/>
                <a:ea typeface="+mj-ea"/>
                <a:cs typeface="+mj-cs"/>
              </a:rPr>
              <a:t> </a:t>
            </a:r>
            <a:r>
              <a:rPr lang="en-US" sz="1000" dirty="0" err="1">
                <a:latin typeface="+mj-lt"/>
                <a:ea typeface="+mj-ea"/>
                <a:cs typeface="+mj-cs"/>
              </a:rPr>
              <a:t>existente</a:t>
            </a:r>
            <a:r>
              <a:rPr lang="en-US" sz="1000" dirty="0">
                <a:latin typeface="+mj-lt"/>
                <a:ea typeface="+mj-ea"/>
                <a:cs typeface="+mj-cs"/>
              </a:rPr>
              <a:t>.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latin typeface="+mj-lt"/>
                <a:ea typeface="+mj-ea"/>
                <a:cs typeface="+mj-cs"/>
              </a:rPr>
              <a:t>• </a:t>
            </a:r>
            <a:r>
              <a:rPr lang="en-US" sz="1000" dirty="0" err="1">
                <a:latin typeface="+mj-lt"/>
                <a:ea typeface="+mj-ea"/>
                <a:cs typeface="+mj-cs"/>
              </a:rPr>
              <a:t>Probar</a:t>
            </a:r>
            <a:r>
              <a:rPr lang="en-US" sz="1000" dirty="0">
                <a:latin typeface="+mj-lt"/>
                <a:ea typeface="+mj-ea"/>
                <a:cs typeface="+mj-cs"/>
              </a:rPr>
              <a:t> </a:t>
            </a:r>
            <a:r>
              <a:rPr lang="en-US" sz="1000" dirty="0" err="1">
                <a:latin typeface="+mj-lt"/>
                <a:ea typeface="+mj-ea"/>
                <a:cs typeface="+mj-cs"/>
              </a:rPr>
              <a:t>archivos</a:t>
            </a:r>
            <a:r>
              <a:rPr lang="en-US" sz="1000" dirty="0">
                <a:latin typeface="+mj-lt"/>
                <a:ea typeface="+mj-ea"/>
                <a:cs typeface="+mj-cs"/>
              </a:rPr>
              <a:t>: </a:t>
            </a:r>
            <a:r>
              <a:rPr lang="en-US" sz="1000" dirty="0" err="1">
                <a:latin typeface="+mj-lt"/>
                <a:ea typeface="+mj-ea"/>
                <a:cs typeface="+mj-cs"/>
              </a:rPr>
              <a:t>exportar</a:t>
            </a:r>
            <a:r>
              <a:rPr lang="en-US" sz="1000" dirty="0">
                <a:latin typeface="+mj-lt"/>
                <a:ea typeface="+mj-ea"/>
                <a:cs typeface="+mj-cs"/>
              </a:rPr>
              <a:t> CSV, </a:t>
            </a:r>
            <a:r>
              <a:rPr lang="en-US" sz="1000" dirty="0" err="1">
                <a:latin typeface="+mj-lt"/>
                <a:ea typeface="+mj-ea"/>
                <a:cs typeface="+mj-cs"/>
              </a:rPr>
              <a:t>importar</a:t>
            </a:r>
            <a:r>
              <a:rPr lang="en-US" sz="1000" dirty="0">
                <a:latin typeface="+mj-lt"/>
                <a:ea typeface="+mj-ea"/>
                <a:cs typeface="+mj-cs"/>
              </a:rPr>
              <a:t> CSV y </a:t>
            </a:r>
            <a:r>
              <a:rPr lang="en-US" sz="1000" dirty="0" err="1">
                <a:latin typeface="+mj-lt"/>
                <a:ea typeface="+mj-ea"/>
                <a:cs typeface="+mj-cs"/>
              </a:rPr>
              <a:t>generar</a:t>
            </a:r>
            <a:r>
              <a:rPr lang="en-US" sz="1000" dirty="0">
                <a:latin typeface="+mj-lt"/>
                <a:ea typeface="+mj-ea"/>
                <a:cs typeface="+mj-cs"/>
              </a:rPr>
              <a:t> TXT.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000" dirty="0">
                <a:latin typeface="+mj-lt"/>
                <a:ea typeface="+mj-ea"/>
                <a:cs typeface="+mj-cs"/>
              </a:rPr>
              <a:t>• </a:t>
            </a:r>
            <a:r>
              <a:rPr lang="en-US" sz="1000" dirty="0" err="1">
                <a:latin typeface="+mj-lt"/>
                <a:ea typeface="+mj-ea"/>
                <a:cs typeface="+mj-cs"/>
              </a:rPr>
              <a:t>Adjuntar</a:t>
            </a:r>
            <a:r>
              <a:rPr lang="en-US" sz="1000" dirty="0">
                <a:latin typeface="+mj-lt"/>
                <a:ea typeface="+mj-ea"/>
                <a:cs typeface="+mj-cs"/>
              </a:rPr>
              <a:t> </a:t>
            </a:r>
            <a:r>
              <a:rPr lang="en-US" sz="1000" dirty="0" err="1">
                <a:latin typeface="+mj-lt"/>
                <a:ea typeface="+mj-ea"/>
                <a:cs typeface="+mj-cs"/>
              </a:rPr>
              <a:t>capturas</a:t>
            </a:r>
            <a:r>
              <a:rPr lang="en-US" sz="1000" dirty="0">
                <a:latin typeface="+mj-lt"/>
                <a:ea typeface="+mj-ea"/>
                <a:cs typeface="+mj-cs"/>
              </a:rPr>
              <a:t>/</a:t>
            </a:r>
            <a:r>
              <a:rPr lang="en-US" sz="1000" dirty="0" err="1">
                <a:latin typeface="+mj-lt"/>
                <a:ea typeface="+mj-ea"/>
                <a:cs typeface="+mj-cs"/>
              </a:rPr>
              <a:t>salidas</a:t>
            </a:r>
            <a:r>
              <a:rPr lang="en-US" sz="1000" dirty="0">
                <a:latin typeface="+mj-lt"/>
                <a:ea typeface="+mj-ea"/>
                <a:cs typeface="+mj-cs"/>
              </a:rPr>
              <a:t> y </a:t>
            </a:r>
            <a:r>
              <a:rPr lang="en-US" sz="1000" dirty="0" err="1">
                <a:latin typeface="+mj-lt"/>
                <a:ea typeface="+mj-ea"/>
                <a:cs typeface="+mj-cs"/>
              </a:rPr>
              <a:t>revisar</a:t>
            </a:r>
            <a:r>
              <a:rPr lang="en-US" sz="1000" dirty="0">
                <a:latin typeface="+mj-lt"/>
                <a:ea typeface="+mj-ea"/>
                <a:cs typeface="+mj-cs"/>
              </a:rPr>
              <a:t> logs/app.log </a:t>
            </a:r>
            <a:r>
              <a:rPr lang="en-US" sz="1000" dirty="0" err="1">
                <a:latin typeface="+mj-lt"/>
                <a:ea typeface="+mj-ea"/>
                <a:cs typeface="+mj-cs"/>
              </a:rPr>
              <a:t>como</a:t>
            </a:r>
            <a:r>
              <a:rPr lang="en-US" sz="1000" dirty="0">
                <a:latin typeface="+mj-lt"/>
                <a:ea typeface="+mj-ea"/>
                <a:cs typeface="+mj-cs"/>
              </a:rPr>
              <a:t> </a:t>
            </a:r>
            <a:r>
              <a:rPr lang="en-US" sz="1000" dirty="0" err="1">
                <a:latin typeface="+mj-lt"/>
                <a:ea typeface="+mj-ea"/>
                <a:cs typeface="+mj-cs"/>
              </a:rPr>
              <a:t>evidencia</a:t>
            </a:r>
            <a:r>
              <a:rPr lang="en-US" sz="1000" dirty="0">
                <a:latin typeface="+mj-lt"/>
                <a:ea typeface="+mj-ea"/>
                <a:cs typeface="+mj-c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6" name="Picture 1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8" name="Oval 1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29" name="Picture 1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0" name="Picture 1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1" name="Rectangle 1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2" name="Rectangle 20">
            <a:extLst>
              <a:ext uri="{FF2B5EF4-FFF2-40B4-BE49-F238E27FC236}">
                <a16:creationId xmlns:a16="http://schemas.microsoft.com/office/drawing/2014/main" id="{F3F4807A-5068-4492-8025-D75F320E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F4EF993F-9B08-3127-EE83-BCBA033ACF71}"/>
              </a:ext>
            </a:extLst>
          </p:cNvPr>
          <p:cNvSpPr/>
          <p:nvPr/>
        </p:nvSpPr>
        <p:spPr>
          <a:xfrm>
            <a:off x="6823281" y="995274"/>
            <a:ext cx="5996941" cy="155471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0" i="0" kern="1200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Evidencias</a:t>
            </a:r>
            <a:r>
              <a:rPr lang="en-US" sz="54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5400" b="0" i="0" kern="1200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funcionamiento</a:t>
            </a:r>
            <a:endParaRPr lang="en-US" sz="5400" b="0" i="0" kern="12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B24996F8-180C-4DCB-8A26-DFA336CDE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49646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D8B22DE2-C518-4F77-BE90-E1B6B1909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68960" y="-68960"/>
            <a:ext cx="6858001" cy="6995918"/>
          </a:xfrm>
          <a:custGeom>
            <a:avLst/>
            <a:gdLst>
              <a:gd name="connsiteX0" fmla="*/ 6858001 w 6858001"/>
              <a:gd name="connsiteY0" fmla="*/ 1344715 h 6995918"/>
              <a:gd name="connsiteX1" fmla="*/ 6858001 w 6858001"/>
              <a:gd name="connsiteY1" fmla="*/ 1177 h 6995918"/>
              <a:gd name="connsiteX2" fmla="*/ 6702324 w 6858001"/>
              <a:gd name="connsiteY2" fmla="*/ 26222 h 6995918"/>
              <a:gd name="connsiteX3" fmla="*/ 6547333 w 6858001"/>
              <a:gd name="connsiteY3" fmla="*/ 50091 h 6995918"/>
              <a:gd name="connsiteX4" fmla="*/ 6391657 w 6858001"/>
              <a:gd name="connsiteY4" fmla="*/ 73455 h 6995918"/>
              <a:gd name="connsiteX5" fmla="*/ 6235294 w 6858001"/>
              <a:gd name="connsiteY5" fmla="*/ 93458 h 6995918"/>
              <a:gd name="connsiteX6" fmla="*/ 6079618 w 6858001"/>
              <a:gd name="connsiteY6" fmla="*/ 113629 h 6995918"/>
              <a:gd name="connsiteX7" fmla="*/ 5923255 w 6858001"/>
              <a:gd name="connsiteY7" fmla="*/ 132455 h 6995918"/>
              <a:gd name="connsiteX8" fmla="*/ 5768950 w 6858001"/>
              <a:gd name="connsiteY8" fmla="*/ 148591 h 6995918"/>
              <a:gd name="connsiteX9" fmla="*/ 5612588 w 6858001"/>
              <a:gd name="connsiteY9" fmla="*/ 163887 h 6995918"/>
              <a:gd name="connsiteX10" fmla="*/ 5456911 w 6858001"/>
              <a:gd name="connsiteY10" fmla="*/ 177839 h 6995918"/>
              <a:gd name="connsiteX11" fmla="*/ 5303978 w 6858001"/>
              <a:gd name="connsiteY11" fmla="*/ 189941 h 6995918"/>
              <a:gd name="connsiteX12" fmla="*/ 5148987 w 6858001"/>
              <a:gd name="connsiteY12" fmla="*/ 202044 h 6995918"/>
              <a:gd name="connsiteX13" fmla="*/ 4996054 w 6858001"/>
              <a:gd name="connsiteY13" fmla="*/ 212129 h 6995918"/>
              <a:gd name="connsiteX14" fmla="*/ 4843120 w 6858001"/>
              <a:gd name="connsiteY14" fmla="*/ 220029 h 6995918"/>
              <a:gd name="connsiteX15" fmla="*/ 4690873 w 6858001"/>
              <a:gd name="connsiteY15" fmla="*/ 228266 h 6995918"/>
              <a:gd name="connsiteX16" fmla="*/ 4539997 w 6858001"/>
              <a:gd name="connsiteY16" fmla="*/ 235157 h 6995918"/>
              <a:gd name="connsiteX17" fmla="*/ 4390492 w 6858001"/>
              <a:gd name="connsiteY17" fmla="*/ 240032 h 6995918"/>
              <a:gd name="connsiteX18" fmla="*/ 4240988 w 6858001"/>
              <a:gd name="connsiteY18" fmla="*/ 244234 h 6995918"/>
              <a:gd name="connsiteX19" fmla="*/ 4092855 w 6858001"/>
              <a:gd name="connsiteY19" fmla="*/ 248268 h 6995918"/>
              <a:gd name="connsiteX20" fmla="*/ 3946780 w 6858001"/>
              <a:gd name="connsiteY20" fmla="*/ 250117 h 6995918"/>
              <a:gd name="connsiteX21" fmla="*/ 3800704 w 6858001"/>
              <a:gd name="connsiteY21" fmla="*/ 252134 h 6995918"/>
              <a:gd name="connsiteX22" fmla="*/ 3656686 w 6858001"/>
              <a:gd name="connsiteY22" fmla="*/ 253143 h 6995918"/>
              <a:gd name="connsiteX23" fmla="*/ 3514040 w 6858001"/>
              <a:gd name="connsiteY23" fmla="*/ 252134 h 6995918"/>
              <a:gd name="connsiteX24" fmla="*/ 3372765 w 6858001"/>
              <a:gd name="connsiteY24" fmla="*/ 252134 h 6995918"/>
              <a:gd name="connsiteX25" fmla="*/ 3232862 w 6858001"/>
              <a:gd name="connsiteY25" fmla="*/ 250117 h 6995918"/>
              <a:gd name="connsiteX26" fmla="*/ 3095702 w 6858001"/>
              <a:gd name="connsiteY26" fmla="*/ 247092 h 6995918"/>
              <a:gd name="connsiteX27" fmla="*/ 2959914 w 6858001"/>
              <a:gd name="connsiteY27" fmla="*/ 244234 h 6995918"/>
              <a:gd name="connsiteX28" fmla="*/ 2826868 w 6858001"/>
              <a:gd name="connsiteY28" fmla="*/ 241040 h 6995918"/>
              <a:gd name="connsiteX29" fmla="*/ 2694509 w 6858001"/>
              <a:gd name="connsiteY29" fmla="*/ 236166 h 6995918"/>
              <a:gd name="connsiteX30" fmla="*/ 2564208 w 6858001"/>
              <a:gd name="connsiteY30" fmla="*/ 230955 h 6995918"/>
              <a:gd name="connsiteX31" fmla="*/ 2436649 w 6858001"/>
              <a:gd name="connsiteY31" fmla="*/ 226249 h 6995918"/>
              <a:gd name="connsiteX32" fmla="*/ 2187703 w 6858001"/>
              <a:gd name="connsiteY32" fmla="*/ 212969 h 6995918"/>
              <a:gd name="connsiteX33" fmla="*/ 1949045 w 6858001"/>
              <a:gd name="connsiteY33" fmla="*/ 198850 h 6995918"/>
              <a:gd name="connsiteX34" fmla="*/ 1719988 w 6858001"/>
              <a:gd name="connsiteY34" fmla="*/ 184058 h 6995918"/>
              <a:gd name="connsiteX35" fmla="*/ 1503275 w 6858001"/>
              <a:gd name="connsiteY35" fmla="*/ 167753 h 6995918"/>
              <a:gd name="connsiteX36" fmla="*/ 1296163 w 6858001"/>
              <a:gd name="connsiteY36" fmla="*/ 150776 h 6995918"/>
              <a:gd name="connsiteX37" fmla="*/ 1104139 w 6858001"/>
              <a:gd name="connsiteY37" fmla="*/ 132455 h 6995918"/>
              <a:gd name="connsiteX38" fmla="*/ 923774 w 6858001"/>
              <a:gd name="connsiteY38" fmla="*/ 114469 h 6995918"/>
              <a:gd name="connsiteX39" fmla="*/ 757810 w 6858001"/>
              <a:gd name="connsiteY39" fmla="*/ 96484 h 6995918"/>
              <a:gd name="connsiteX40" fmla="*/ 605563 w 6858001"/>
              <a:gd name="connsiteY40" fmla="*/ 79507 h 6995918"/>
              <a:gd name="connsiteX41" fmla="*/ 470460 w 6858001"/>
              <a:gd name="connsiteY41" fmla="*/ 63370 h 6995918"/>
              <a:gd name="connsiteX42" fmla="*/ 348388 w 6858001"/>
              <a:gd name="connsiteY42" fmla="*/ 48074 h 6995918"/>
              <a:gd name="connsiteX43" fmla="*/ 245518 w 6858001"/>
              <a:gd name="connsiteY43" fmla="*/ 35299 h 6995918"/>
              <a:gd name="connsiteX44" fmla="*/ 159107 w 6858001"/>
              <a:gd name="connsiteY44" fmla="*/ 23197 h 6995918"/>
              <a:gd name="connsiteX45" fmla="*/ 40463 w 6858001"/>
              <a:gd name="connsiteY45" fmla="*/ 5883 h 6995918"/>
              <a:gd name="connsiteX46" fmla="*/ 1 w 6858001"/>
              <a:gd name="connsiteY46" fmla="*/ 0 h 6995918"/>
              <a:gd name="connsiteX47" fmla="*/ 1 w 6858001"/>
              <a:gd name="connsiteY47" fmla="*/ 905354 h 6995918"/>
              <a:gd name="connsiteX48" fmla="*/ 0 w 6858001"/>
              <a:gd name="connsiteY48" fmla="*/ 905354 h 6995918"/>
              <a:gd name="connsiteX49" fmla="*/ 0 w 6858001"/>
              <a:gd name="connsiteY49" fmla="*/ 6995918 h 6995918"/>
              <a:gd name="connsiteX50" fmla="*/ 6858000 w 6858001"/>
              <a:gd name="connsiteY50" fmla="*/ 6995918 h 6995918"/>
              <a:gd name="connsiteX51" fmla="*/ 6858000 w 6858001"/>
              <a:gd name="connsiteY51" fmla="*/ 1344715 h 6995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95918">
                <a:moveTo>
                  <a:pt x="6858001" y="1344715"/>
                </a:moveTo>
                <a:lnTo>
                  <a:pt x="6858001" y="1177"/>
                </a:lnTo>
                <a:lnTo>
                  <a:pt x="6702324" y="26222"/>
                </a:lnTo>
                <a:lnTo>
                  <a:pt x="6547333" y="50091"/>
                </a:lnTo>
                <a:lnTo>
                  <a:pt x="6391657" y="73455"/>
                </a:lnTo>
                <a:lnTo>
                  <a:pt x="6235294" y="93458"/>
                </a:lnTo>
                <a:lnTo>
                  <a:pt x="6079618" y="113629"/>
                </a:lnTo>
                <a:lnTo>
                  <a:pt x="5923255" y="132455"/>
                </a:lnTo>
                <a:lnTo>
                  <a:pt x="5768950" y="148591"/>
                </a:lnTo>
                <a:lnTo>
                  <a:pt x="5612588" y="163887"/>
                </a:lnTo>
                <a:lnTo>
                  <a:pt x="5456911" y="177839"/>
                </a:lnTo>
                <a:lnTo>
                  <a:pt x="5303978" y="189941"/>
                </a:lnTo>
                <a:lnTo>
                  <a:pt x="5148987" y="202044"/>
                </a:lnTo>
                <a:lnTo>
                  <a:pt x="4996054" y="212129"/>
                </a:lnTo>
                <a:lnTo>
                  <a:pt x="4843120" y="220029"/>
                </a:lnTo>
                <a:lnTo>
                  <a:pt x="4690873" y="228266"/>
                </a:lnTo>
                <a:lnTo>
                  <a:pt x="4539997" y="235157"/>
                </a:lnTo>
                <a:lnTo>
                  <a:pt x="4390492" y="240032"/>
                </a:lnTo>
                <a:lnTo>
                  <a:pt x="4240988" y="244234"/>
                </a:lnTo>
                <a:lnTo>
                  <a:pt x="4092855" y="248268"/>
                </a:lnTo>
                <a:lnTo>
                  <a:pt x="3946780" y="250117"/>
                </a:lnTo>
                <a:lnTo>
                  <a:pt x="3800704" y="252134"/>
                </a:lnTo>
                <a:lnTo>
                  <a:pt x="3656686" y="253143"/>
                </a:lnTo>
                <a:lnTo>
                  <a:pt x="3514040" y="252134"/>
                </a:lnTo>
                <a:lnTo>
                  <a:pt x="3372765" y="252134"/>
                </a:lnTo>
                <a:lnTo>
                  <a:pt x="3232862" y="250117"/>
                </a:lnTo>
                <a:lnTo>
                  <a:pt x="3095702" y="247092"/>
                </a:lnTo>
                <a:lnTo>
                  <a:pt x="2959914" y="244234"/>
                </a:lnTo>
                <a:lnTo>
                  <a:pt x="2826868" y="241040"/>
                </a:lnTo>
                <a:lnTo>
                  <a:pt x="2694509" y="236166"/>
                </a:lnTo>
                <a:lnTo>
                  <a:pt x="2564208" y="230955"/>
                </a:lnTo>
                <a:lnTo>
                  <a:pt x="2436649" y="226249"/>
                </a:lnTo>
                <a:lnTo>
                  <a:pt x="2187703" y="212969"/>
                </a:lnTo>
                <a:lnTo>
                  <a:pt x="1949045" y="198850"/>
                </a:lnTo>
                <a:lnTo>
                  <a:pt x="1719988" y="184058"/>
                </a:lnTo>
                <a:lnTo>
                  <a:pt x="1503275" y="167753"/>
                </a:lnTo>
                <a:lnTo>
                  <a:pt x="1296163" y="150776"/>
                </a:lnTo>
                <a:lnTo>
                  <a:pt x="1104139" y="132455"/>
                </a:lnTo>
                <a:lnTo>
                  <a:pt x="923774" y="114469"/>
                </a:lnTo>
                <a:lnTo>
                  <a:pt x="757810" y="96484"/>
                </a:lnTo>
                <a:lnTo>
                  <a:pt x="605563" y="79507"/>
                </a:lnTo>
                <a:lnTo>
                  <a:pt x="470460" y="63370"/>
                </a:lnTo>
                <a:lnTo>
                  <a:pt x="348388" y="48074"/>
                </a:lnTo>
                <a:lnTo>
                  <a:pt x="245518" y="35299"/>
                </a:lnTo>
                <a:lnTo>
                  <a:pt x="159107" y="23197"/>
                </a:lnTo>
                <a:lnTo>
                  <a:pt x="40463" y="5883"/>
                </a:lnTo>
                <a:lnTo>
                  <a:pt x="1" y="0"/>
                </a:lnTo>
                <a:lnTo>
                  <a:pt x="1" y="905354"/>
                </a:lnTo>
                <a:lnTo>
                  <a:pt x="0" y="905354"/>
                </a:lnTo>
                <a:lnTo>
                  <a:pt x="0" y="6995918"/>
                </a:lnTo>
                <a:lnTo>
                  <a:pt x="6858000" y="6995918"/>
                </a:lnTo>
                <a:lnTo>
                  <a:pt x="6858000" y="1344715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0182B0-3559-41D5-9EBC-0BD86BEDA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9B1A37AA-93DA-EC04-EAAE-43B90C7A9A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99" y="103766"/>
            <a:ext cx="4037012" cy="3502107"/>
          </a:xfrm>
          <a:prstGeom prst="rect">
            <a:avLst/>
          </a:prstGeom>
          <a:effectLst/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CF27A87-5179-9974-0B33-E5833CEA51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79" y="3762348"/>
            <a:ext cx="9313801" cy="1769772"/>
          </a:xfrm>
          <a:prstGeom prst="rect">
            <a:avLst/>
          </a:prstGeom>
        </p:spPr>
      </p:pic>
      <p:pic>
        <p:nvPicPr>
          <p:cNvPr id="8" name="Imagen 7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E9A72468-0BED-E8EF-1C0B-B4A894B6FA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79" y="5688595"/>
            <a:ext cx="5891021" cy="111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1312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47</TotalTime>
  <Words>367</Words>
  <Application>Microsoft Office PowerPoint</Application>
  <PresentationFormat>Panorámica</PresentationFormat>
  <Paragraphs>39</Paragraphs>
  <Slides>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GIC</dc:creator>
  <cp:lastModifiedBy>IGNACIO ANTONIO SUÁREZ VILLAVICENCIO</cp:lastModifiedBy>
  <cp:revision>5</cp:revision>
  <dcterms:created xsi:type="dcterms:W3CDTF">2026-01-18T19:20:14Z</dcterms:created>
  <dcterms:modified xsi:type="dcterms:W3CDTF">2026-01-19T17:13:49Z</dcterms:modified>
</cp:coreProperties>
</file>